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918400" cy="479450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R_Employee_Churn_P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918400" cy="47945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